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DM Sans Bold" charset="1" panose="00000000000000000000"/>
      <p:regular r:id="rId17"/>
    </p:embeddedFont>
    <p:embeddedFont>
      <p:font typeface="Glacial Indifference Bold" charset="1" panose="00000800000000000000"/>
      <p:regular r:id="rId18"/>
    </p:embeddedFont>
    <p:embeddedFont>
      <p:font typeface="Glacial Indifference" charset="1" panose="00000000000000000000"/>
      <p:regular r:id="rId19"/>
    </p:embeddedFont>
    <p:embeddedFont>
      <p:font typeface="DM Sans" charset="1" panose="00000000000000000000"/>
      <p:regular r:id="rId20"/>
    </p:embeddedFont>
    <p:embeddedFont>
      <p:font typeface="Public Sans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16" Target="../media/image19.png" Type="http://schemas.openxmlformats.org/officeDocument/2006/relationships/image"/><Relationship Id="rId17" Target="../media/image20.svg" Type="http://schemas.openxmlformats.org/officeDocument/2006/relationships/image"/><Relationship Id="rId18" Target="../media/image23.png" Type="http://schemas.openxmlformats.org/officeDocument/2006/relationships/image"/><Relationship Id="rId19" Target="../media/image24.svg" Type="http://schemas.openxmlformats.org/officeDocument/2006/relationships/image"/><Relationship Id="rId2" Target="../media/image1.png" Type="http://schemas.openxmlformats.org/officeDocument/2006/relationships/image"/><Relationship Id="rId20" Target="../media/image25.png" Type="http://schemas.openxmlformats.org/officeDocument/2006/relationships/image"/><Relationship Id="rId21" Target="../media/image26.svg" Type="http://schemas.openxmlformats.org/officeDocument/2006/relationships/image"/><Relationship Id="rId22" Target="../media/image35.png" Type="http://schemas.openxmlformats.org/officeDocument/2006/relationships/image"/><Relationship Id="rId23" Target="../media/image36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41.png" Type="http://schemas.openxmlformats.org/officeDocument/2006/relationships/image"/><Relationship Id="rId17" Target="../media/image42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5.png" Type="http://schemas.openxmlformats.org/officeDocument/2006/relationships/image"/><Relationship Id="rId17" Target="../media/image2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29398" y="861489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16284" y="9535951"/>
            <a:ext cx="3059829" cy="751049"/>
          </a:xfrm>
          <a:custGeom>
            <a:avLst/>
            <a:gdLst/>
            <a:ahLst/>
            <a:cxnLst/>
            <a:rect r="r" b="b" t="t" l="l"/>
            <a:pathLst>
              <a:path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74595" y="7694277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0846" y="9083233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686214" y="-2831025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1014338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229584" y="-2822007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813078" y="-1890601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6978707" y="2147969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3294774" y="9258300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-5282649">
            <a:off x="16440369" y="6970869"/>
            <a:ext cx="3382987" cy="1154444"/>
          </a:xfrm>
          <a:custGeom>
            <a:avLst/>
            <a:gdLst/>
            <a:ahLst/>
            <a:cxnLst/>
            <a:rect r="r" b="b" t="t" l="l"/>
            <a:pathLst>
              <a:path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6978638" y="-764607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3501567" y="2571104"/>
            <a:ext cx="10910396" cy="474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8"/>
              </a:lnSpc>
            </a:pPr>
            <a:r>
              <a:rPr lang="en-US" sz="12998" b="true">
                <a:solidFill>
                  <a:srgbClr val="545454"/>
                </a:solidFill>
                <a:latin typeface="DM Sans Bold"/>
                <a:ea typeface="DM Sans Bold"/>
                <a:cs typeface="DM Sans Bold"/>
                <a:sym typeface="DM Sans Bold"/>
              </a:rPr>
              <a:t>College</a:t>
            </a:r>
          </a:p>
          <a:p>
            <a:pPr algn="ctr">
              <a:lnSpc>
                <a:spcPts val="12218"/>
              </a:lnSpc>
            </a:pPr>
            <a:r>
              <a:rPr lang="en-US" b="true" sz="12998">
                <a:solidFill>
                  <a:srgbClr val="545454"/>
                </a:solidFill>
                <a:latin typeface="DM Sans Bold"/>
                <a:ea typeface="DM Sans Bold"/>
                <a:cs typeface="DM Sans Bold"/>
                <a:sym typeface="DM Sans Bold"/>
              </a:rPr>
              <a:t>Event Management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513949" y="1073988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674521" y="1292793"/>
            <a:ext cx="10520937" cy="7052181"/>
          </a:xfrm>
          <a:custGeom>
            <a:avLst/>
            <a:gdLst/>
            <a:ahLst/>
            <a:cxnLst/>
            <a:rect r="r" b="b" t="t" l="l"/>
            <a:pathLst>
              <a:path h="7052181" w="10520937">
                <a:moveTo>
                  <a:pt x="0" y="0"/>
                </a:moveTo>
                <a:lnTo>
                  <a:pt x="10520937" y="0"/>
                </a:lnTo>
                <a:lnTo>
                  <a:pt x="10520937" y="7052182"/>
                </a:lnTo>
                <a:lnTo>
                  <a:pt x="0" y="7052182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691627" y="8688899"/>
            <a:ext cx="6287079" cy="452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b="true" sz="3616">
                <a:solidFill>
                  <a:srgbClr val="5454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Prof. - Saurabh Tiwari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443007"/>
            <a:ext cx="5038071" cy="3632580"/>
            <a:chOff x="0" y="0"/>
            <a:chExt cx="1048738" cy="7561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8738" cy="756167"/>
            </a:xfrm>
            <a:custGeom>
              <a:avLst/>
              <a:gdLst/>
              <a:ahLst/>
              <a:cxnLst/>
              <a:rect r="r" b="b" t="t" l="l"/>
              <a:pathLst>
                <a:path h="756167" w="1048738">
                  <a:moveTo>
                    <a:pt x="52247" y="0"/>
                  </a:moveTo>
                  <a:lnTo>
                    <a:pt x="996490" y="0"/>
                  </a:lnTo>
                  <a:cubicBezTo>
                    <a:pt x="1010347" y="0"/>
                    <a:pt x="1023636" y="5505"/>
                    <a:pt x="1033435" y="15303"/>
                  </a:cubicBezTo>
                  <a:cubicBezTo>
                    <a:pt x="1043233" y="25101"/>
                    <a:pt x="1048738" y="38390"/>
                    <a:pt x="1048738" y="52247"/>
                  </a:cubicBezTo>
                  <a:lnTo>
                    <a:pt x="1048738" y="703920"/>
                  </a:lnTo>
                  <a:cubicBezTo>
                    <a:pt x="1048738" y="732775"/>
                    <a:pt x="1025346" y="756167"/>
                    <a:pt x="996490" y="756167"/>
                  </a:cubicBezTo>
                  <a:lnTo>
                    <a:pt x="52247" y="756167"/>
                  </a:lnTo>
                  <a:cubicBezTo>
                    <a:pt x="38390" y="756167"/>
                    <a:pt x="25101" y="750662"/>
                    <a:pt x="15303" y="740864"/>
                  </a:cubicBezTo>
                  <a:cubicBezTo>
                    <a:pt x="5505" y="731066"/>
                    <a:pt x="0" y="717777"/>
                    <a:pt x="0" y="703920"/>
                  </a:cubicBezTo>
                  <a:lnTo>
                    <a:pt x="0" y="52247"/>
                  </a:lnTo>
                  <a:cubicBezTo>
                    <a:pt x="0" y="23392"/>
                    <a:pt x="23392" y="0"/>
                    <a:pt x="52247" y="0"/>
                  </a:cubicBezTo>
                  <a:close/>
                </a:path>
              </a:pathLst>
            </a:custGeom>
            <a:solidFill>
              <a:srgbClr val="A6A6A6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048738" cy="813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 b="true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 </a:t>
              </a:r>
              <a:r>
                <a:rPr lang="en-US" sz="22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Brinda Sorathiya(Group leader)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Viswa Vignan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Barasara Meet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Siddharth Vala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Zeel parmar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654220"/>
            <a:ext cx="5038071" cy="3906441"/>
            <a:chOff x="0" y="0"/>
            <a:chExt cx="1048738" cy="8131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8738" cy="813175"/>
            </a:xfrm>
            <a:custGeom>
              <a:avLst/>
              <a:gdLst/>
              <a:ahLst/>
              <a:cxnLst/>
              <a:rect r="r" b="b" t="t" l="l"/>
              <a:pathLst>
                <a:path h="813175" w="1048738">
                  <a:moveTo>
                    <a:pt x="52247" y="0"/>
                  </a:moveTo>
                  <a:lnTo>
                    <a:pt x="996490" y="0"/>
                  </a:lnTo>
                  <a:cubicBezTo>
                    <a:pt x="1010347" y="0"/>
                    <a:pt x="1023636" y="5505"/>
                    <a:pt x="1033435" y="15303"/>
                  </a:cubicBezTo>
                  <a:cubicBezTo>
                    <a:pt x="1043233" y="25101"/>
                    <a:pt x="1048738" y="38390"/>
                    <a:pt x="1048738" y="52247"/>
                  </a:cubicBezTo>
                  <a:lnTo>
                    <a:pt x="1048738" y="760927"/>
                  </a:lnTo>
                  <a:cubicBezTo>
                    <a:pt x="1048738" y="789783"/>
                    <a:pt x="1025346" y="813175"/>
                    <a:pt x="996490" y="813175"/>
                  </a:cubicBezTo>
                  <a:lnTo>
                    <a:pt x="52247" y="813175"/>
                  </a:lnTo>
                  <a:cubicBezTo>
                    <a:pt x="23392" y="813175"/>
                    <a:pt x="0" y="789783"/>
                    <a:pt x="0" y="760927"/>
                  </a:cubicBezTo>
                  <a:lnTo>
                    <a:pt x="0" y="52247"/>
                  </a:lnTo>
                  <a:cubicBezTo>
                    <a:pt x="0" y="23392"/>
                    <a:pt x="23392" y="0"/>
                    <a:pt x="52247" y="0"/>
                  </a:cubicBezTo>
                  <a:close/>
                </a:path>
              </a:pathLst>
            </a:custGeom>
            <a:solidFill>
              <a:srgbClr val="B4B4B4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48738" cy="85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Guna Abhishek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Jethva Manthan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Tatav shah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Viswa Vignan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Barasara Meet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Siddharth Vala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Zeel Parmar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92531" y="1584234"/>
            <a:ext cx="5038071" cy="3559266"/>
            <a:chOff x="0" y="0"/>
            <a:chExt cx="1048738" cy="7409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8738" cy="740906"/>
            </a:xfrm>
            <a:custGeom>
              <a:avLst/>
              <a:gdLst/>
              <a:ahLst/>
              <a:cxnLst/>
              <a:rect r="r" b="b" t="t" l="l"/>
              <a:pathLst>
                <a:path h="740906" w="1048738">
                  <a:moveTo>
                    <a:pt x="52247" y="0"/>
                  </a:moveTo>
                  <a:lnTo>
                    <a:pt x="996490" y="0"/>
                  </a:lnTo>
                  <a:cubicBezTo>
                    <a:pt x="1010347" y="0"/>
                    <a:pt x="1023636" y="5505"/>
                    <a:pt x="1033435" y="15303"/>
                  </a:cubicBezTo>
                  <a:cubicBezTo>
                    <a:pt x="1043233" y="25101"/>
                    <a:pt x="1048738" y="38390"/>
                    <a:pt x="1048738" y="52247"/>
                  </a:cubicBezTo>
                  <a:lnTo>
                    <a:pt x="1048738" y="688659"/>
                  </a:lnTo>
                  <a:cubicBezTo>
                    <a:pt x="1048738" y="717514"/>
                    <a:pt x="1025346" y="740906"/>
                    <a:pt x="996490" y="740906"/>
                  </a:cubicBezTo>
                  <a:lnTo>
                    <a:pt x="52247" y="740906"/>
                  </a:lnTo>
                  <a:cubicBezTo>
                    <a:pt x="23392" y="740906"/>
                    <a:pt x="0" y="717514"/>
                    <a:pt x="0" y="688659"/>
                  </a:cubicBezTo>
                  <a:lnTo>
                    <a:pt x="0" y="52247"/>
                  </a:lnTo>
                  <a:cubicBezTo>
                    <a:pt x="0" y="23392"/>
                    <a:pt x="23392" y="0"/>
                    <a:pt x="52247" y="0"/>
                  </a:cubicBezTo>
                  <a:close/>
                </a:path>
              </a:pathLst>
            </a:custGeom>
            <a:solidFill>
              <a:srgbClr val="A6A6A6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48738" cy="779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Brinda Sorathiya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Guna Abhishek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Jain Rushabhkumar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Jethva Manthan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Tatav Shah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Barasara Meet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Siddharth Vala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Bhavya Thakkar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92531" y="5724525"/>
            <a:ext cx="5038071" cy="3854624"/>
            <a:chOff x="0" y="0"/>
            <a:chExt cx="1048738" cy="8023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8738" cy="802388"/>
            </a:xfrm>
            <a:custGeom>
              <a:avLst/>
              <a:gdLst/>
              <a:ahLst/>
              <a:cxnLst/>
              <a:rect r="r" b="b" t="t" l="l"/>
              <a:pathLst>
                <a:path h="802388" w="1048738">
                  <a:moveTo>
                    <a:pt x="52247" y="0"/>
                  </a:moveTo>
                  <a:lnTo>
                    <a:pt x="996490" y="0"/>
                  </a:lnTo>
                  <a:cubicBezTo>
                    <a:pt x="1010347" y="0"/>
                    <a:pt x="1023636" y="5505"/>
                    <a:pt x="1033435" y="15303"/>
                  </a:cubicBezTo>
                  <a:cubicBezTo>
                    <a:pt x="1043233" y="25101"/>
                    <a:pt x="1048738" y="38390"/>
                    <a:pt x="1048738" y="52247"/>
                  </a:cubicBezTo>
                  <a:lnTo>
                    <a:pt x="1048738" y="750141"/>
                  </a:lnTo>
                  <a:cubicBezTo>
                    <a:pt x="1048738" y="778996"/>
                    <a:pt x="1025346" y="802388"/>
                    <a:pt x="996490" y="802388"/>
                  </a:cubicBezTo>
                  <a:lnTo>
                    <a:pt x="52247" y="802388"/>
                  </a:lnTo>
                  <a:cubicBezTo>
                    <a:pt x="38390" y="802388"/>
                    <a:pt x="25101" y="796884"/>
                    <a:pt x="15303" y="787085"/>
                  </a:cubicBezTo>
                  <a:cubicBezTo>
                    <a:pt x="5505" y="777287"/>
                    <a:pt x="0" y="763998"/>
                    <a:pt x="0" y="750141"/>
                  </a:cubicBezTo>
                  <a:lnTo>
                    <a:pt x="0" y="52247"/>
                  </a:lnTo>
                  <a:cubicBezTo>
                    <a:pt x="0" y="23392"/>
                    <a:pt x="23392" y="0"/>
                    <a:pt x="52247" y="0"/>
                  </a:cubicBezTo>
                  <a:close/>
                </a:path>
              </a:pathLst>
            </a:custGeom>
            <a:solidFill>
              <a:srgbClr val="B4B4B4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48738" cy="840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Brinda Sorathiya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Guna Abhishek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Jain Rushabhkumar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Jethva Manthan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Tatav Shah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Barasara Meet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Siddharth Vala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Bhavya Thakkar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Zeel Parmar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Viswa Vignan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1270153"/>
            <a:ext cx="5038071" cy="668736"/>
            <a:chOff x="0" y="0"/>
            <a:chExt cx="1048738" cy="1392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8738" cy="139206"/>
            </a:xfrm>
            <a:custGeom>
              <a:avLst/>
              <a:gdLst/>
              <a:ahLst/>
              <a:cxnLst/>
              <a:rect r="r" b="b" t="t" l="l"/>
              <a:pathLst>
                <a:path h="139206" w="1048738">
                  <a:moveTo>
                    <a:pt x="26124" y="0"/>
                  </a:moveTo>
                  <a:lnTo>
                    <a:pt x="1022614" y="0"/>
                  </a:lnTo>
                  <a:cubicBezTo>
                    <a:pt x="1029542" y="0"/>
                    <a:pt x="1036187" y="2752"/>
                    <a:pt x="1041086" y="7651"/>
                  </a:cubicBezTo>
                  <a:cubicBezTo>
                    <a:pt x="1045985" y="12551"/>
                    <a:pt x="1048738" y="19195"/>
                    <a:pt x="1048738" y="26124"/>
                  </a:cubicBezTo>
                  <a:lnTo>
                    <a:pt x="1048738" y="113082"/>
                  </a:lnTo>
                  <a:cubicBezTo>
                    <a:pt x="1048738" y="127510"/>
                    <a:pt x="1037042" y="139206"/>
                    <a:pt x="1022614" y="139206"/>
                  </a:cubicBezTo>
                  <a:lnTo>
                    <a:pt x="26124" y="139206"/>
                  </a:lnTo>
                  <a:cubicBezTo>
                    <a:pt x="19195" y="139206"/>
                    <a:pt x="12551" y="136454"/>
                    <a:pt x="7651" y="131554"/>
                  </a:cubicBezTo>
                  <a:cubicBezTo>
                    <a:pt x="2752" y="126655"/>
                    <a:pt x="0" y="120011"/>
                    <a:pt x="0" y="113082"/>
                  </a:cubicBezTo>
                  <a:lnTo>
                    <a:pt x="0" y="26124"/>
                  </a:lnTo>
                  <a:cubicBezTo>
                    <a:pt x="0" y="11696"/>
                    <a:pt x="11696" y="0"/>
                    <a:pt x="261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5371669"/>
            <a:ext cx="5038071" cy="668736"/>
            <a:chOff x="0" y="0"/>
            <a:chExt cx="1048738" cy="1392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8738" cy="139206"/>
            </a:xfrm>
            <a:custGeom>
              <a:avLst/>
              <a:gdLst/>
              <a:ahLst/>
              <a:cxnLst/>
              <a:rect r="r" b="b" t="t" l="l"/>
              <a:pathLst>
                <a:path h="139206" w="1048738">
                  <a:moveTo>
                    <a:pt x="26124" y="0"/>
                  </a:moveTo>
                  <a:lnTo>
                    <a:pt x="1022614" y="0"/>
                  </a:lnTo>
                  <a:cubicBezTo>
                    <a:pt x="1029542" y="0"/>
                    <a:pt x="1036187" y="2752"/>
                    <a:pt x="1041086" y="7651"/>
                  </a:cubicBezTo>
                  <a:cubicBezTo>
                    <a:pt x="1045985" y="12551"/>
                    <a:pt x="1048738" y="19195"/>
                    <a:pt x="1048738" y="26124"/>
                  </a:cubicBezTo>
                  <a:lnTo>
                    <a:pt x="1048738" y="113082"/>
                  </a:lnTo>
                  <a:cubicBezTo>
                    <a:pt x="1048738" y="127510"/>
                    <a:pt x="1037042" y="139206"/>
                    <a:pt x="1022614" y="139206"/>
                  </a:cubicBezTo>
                  <a:lnTo>
                    <a:pt x="26124" y="139206"/>
                  </a:lnTo>
                  <a:cubicBezTo>
                    <a:pt x="19195" y="139206"/>
                    <a:pt x="12551" y="136454"/>
                    <a:pt x="7651" y="131554"/>
                  </a:cubicBezTo>
                  <a:cubicBezTo>
                    <a:pt x="2752" y="126655"/>
                    <a:pt x="0" y="120011"/>
                    <a:pt x="0" y="113082"/>
                  </a:cubicBezTo>
                  <a:lnTo>
                    <a:pt x="0" y="26124"/>
                  </a:lnTo>
                  <a:cubicBezTo>
                    <a:pt x="0" y="11696"/>
                    <a:pt x="11696" y="0"/>
                    <a:pt x="261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92531" y="1261827"/>
            <a:ext cx="5038071" cy="668736"/>
            <a:chOff x="0" y="0"/>
            <a:chExt cx="1048738" cy="13920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8738" cy="139206"/>
            </a:xfrm>
            <a:custGeom>
              <a:avLst/>
              <a:gdLst/>
              <a:ahLst/>
              <a:cxnLst/>
              <a:rect r="r" b="b" t="t" l="l"/>
              <a:pathLst>
                <a:path h="139206" w="1048738">
                  <a:moveTo>
                    <a:pt x="26124" y="0"/>
                  </a:moveTo>
                  <a:lnTo>
                    <a:pt x="1022614" y="0"/>
                  </a:lnTo>
                  <a:cubicBezTo>
                    <a:pt x="1029542" y="0"/>
                    <a:pt x="1036187" y="2752"/>
                    <a:pt x="1041086" y="7651"/>
                  </a:cubicBezTo>
                  <a:cubicBezTo>
                    <a:pt x="1045985" y="12551"/>
                    <a:pt x="1048738" y="19195"/>
                    <a:pt x="1048738" y="26124"/>
                  </a:cubicBezTo>
                  <a:lnTo>
                    <a:pt x="1048738" y="113082"/>
                  </a:lnTo>
                  <a:cubicBezTo>
                    <a:pt x="1048738" y="127510"/>
                    <a:pt x="1037042" y="139206"/>
                    <a:pt x="1022614" y="139206"/>
                  </a:cubicBezTo>
                  <a:lnTo>
                    <a:pt x="26124" y="139206"/>
                  </a:lnTo>
                  <a:cubicBezTo>
                    <a:pt x="19195" y="139206"/>
                    <a:pt x="12551" y="136454"/>
                    <a:pt x="7651" y="131554"/>
                  </a:cubicBezTo>
                  <a:cubicBezTo>
                    <a:pt x="2752" y="126655"/>
                    <a:pt x="0" y="120011"/>
                    <a:pt x="0" y="113082"/>
                  </a:cubicBezTo>
                  <a:lnTo>
                    <a:pt x="0" y="26124"/>
                  </a:lnTo>
                  <a:cubicBezTo>
                    <a:pt x="0" y="11696"/>
                    <a:pt x="11696" y="0"/>
                    <a:pt x="261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92531" y="5371669"/>
            <a:ext cx="5038071" cy="668736"/>
            <a:chOff x="0" y="0"/>
            <a:chExt cx="1048738" cy="13920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8738" cy="139206"/>
            </a:xfrm>
            <a:custGeom>
              <a:avLst/>
              <a:gdLst/>
              <a:ahLst/>
              <a:cxnLst/>
              <a:rect r="r" b="b" t="t" l="l"/>
              <a:pathLst>
                <a:path h="139206" w="1048738">
                  <a:moveTo>
                    <a:pt x="26124" y="0"/>
                  </a:moveTo>
                  <a:lnTo>
                    <a:pt x="1022614" y="0"/>
                  </a:lnTo>
                  <a:cubicBezTo>
                    <a:pt x="1029542" y="0"/>
                    <a:pt x="1036187" y="2752"/>
                    <a:pt x="1041086" y="7651"/>
                  </a:cubicBezTo>
                  <a:cubicBezTo>
                    <a:pt x="1045985" y="12551"/>
                    <a:pt x="1048738" y="19195"/>
                    <a:pt x="1048738" y="26124"/>
                  </a:cubicBezTo>
                  <a:lnTo>
                    <a:pt x="1048738" y="113082"/>
                  </a:lnTo>
                  <a:cubicBezTo>
                    <a:pt x="1048738" y="127510"/>
                    <a:pt x="1037042" y="139206"/>
                    <a:pt x="1022614" y="139206"/>
                  </a:cubicBezTo>
                  <a:lnTo>
                    <a:pt x="26124" y="139206"/>
                  </a:lnTo>
                  <a:cubicBezTo>
                    <a:pt x="19195" y="139206"/>
                    <a:pt x="12551" y="136454"/>
                    <a:pt x="7651" y="131554"/>
                  </a:cubicBezTo>
                  <a:cubicBezTo>
                    <a:pt x="2752" y="126655"/>
                    <a:pt x="0" y="120011"/>
                    <a:pt x="0" y="113082"/>
                  </a:cubicBezTo>
                  <a:lnTo>
                    <a:pt x="0" y="26124"/>
                  </a:lnTo>
                  <a:cubicBezTo>
                    <a:pt x="0" y="11696"/>
                    <a:pt x="11696" y="0"/>
                    <a:pt x="261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3311752" y="1820230"/>
            <a:ext cx="3032484" cy="6646539"/>
          </a:xfrm>
          <a:custGeom>
            <a:avLst/>
            <a:gdLst/>
            <a:ahLst/>
            <a:cxnLst/>
            <a:rect r="r" b="b" t="t" l="l"/>
            <a:pathLst>
              <a:path h="6646539" w="3032484">
                <a:moveTo>
                  <a:pt x="0" y="0"/>
                </a:moveTo>
                <a:lnTo>
                  <a:pt x="3032483" y="0"/>
                </a:lnTo>
                <a:lnTo>
                  <a:pt x="3032483" y="6646540"/>
                </a:lnTo>
                <a:lnTo>
                  <a:pt x="0" y="66465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45712" y="1452532"/>
            <a:ext cx="3739422" cy="31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13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Frontend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62826" y="1452532"/>
            <a:ext cx="3739422" cy="31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13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Backend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45712" y="5554049"/>
            <a:ext cx="4137951" cy="31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13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Testing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62826" y="5554049"/>
            <a:ext cx="3558025" cy="31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13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Documentation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-10800000">
            <a:off x="15250727" y="-1393023"/>
            <a:ext cx="4017146" cy="3158481"/>
          </a:xfrm>
          <a:custGeom>
            <a:avLst/>
            <a:gdLst/>
            <a:ahLst/>
            <a:cxnLst/>
            <a:rect r="r" b="b" t="t" l="l"/>
            <a:pathLst>
              <a:path h="3158481" w="4017146">
                <a:moveTo>
                  <a:pt x="0" y="0"/>
                </a:moveTo>
                <a:lnTo>
                  <a:pt x="4017146" y="0"/>
                </a:lnTo>
                <a:lnTo>
                  <a:pt x="4017146" y="3158481"/>
                </a:lnTo>
                <a:lnTo>
                  <a:pt x="0" y="31584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4061311" y="-1945721"/>
            <a:ext cx="4224468" cy="2645573"/>
          </a:xfrm>
          <a:custGeom>
            <a:avLst/>
            <a:gdLst/>
            <a:ahLst/>
            <a:cxnLst/>
            <a:rect r="r" b="b" t="t" l="l"/>
            <a:pathLst>
              <a:path h="2645573" w="4224468">
                <a:moveTo>
                  <a:pt x="0" y="0"/>
                </a:moveTo>
                <a:lnTo>
                  <a:pt x="4224469" y="0"/>
                </a:lnTo>
                <a:lnTo>
                  <a:pt x="4224469" y="2645573"/>
                </a:lnTo>
                <a:lnTo>
                  <a:pt x="0" y="26455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8285780" y="9789261"/>
            <a:ext cx="3169280" cy="2226419"/>
          </a:xfrm>
          <a:custGeom>
            <a:avLst/>
            <a:gdLst/>
            <a:ahLst/>
            <a:cxnLst/>
            <a:rect r="r" b="b" t="t" l="l"/>
            <a:pathLst>
              <a:path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4" id="34"/>
          <p:cNvSpPr/>
          <p:nvPr/>
        </p:nvSpPr>
        <p:spPr>
          <a:xfrm flipH="false" flipV="false" rot="-5400000">
            <a:off x="13048570" y="9245030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-1558320" y="9258300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17259300" y="7433853"/>
            <a:ext cx="1794966" cy="1932669"/>
          </a:xfrm>
          <a:custGeom>
            <a:avLst/>
            <a:gdLst/>
            <a:ahLst/>
            <a:cxnLst/>
            <a:rect r="r" b="b" t="t" l="l"/>
            <a:pathLst>
              <a:path h="1932669" w="1794966">
                <a:moveTo>
                  <a:pt x="0" y="0"/>
                </a:moveTo>
                <a:lnTo>
                  <a:pt x="1794966" y="0"/>
                </a:lnTo>
                <a:lnTo>
                  <a:pt x="1794966" y="1932669"/>
                </a:lnTo>
                <a:lnTo>
                  <a:pt x="0" y="193266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7" id="37"/>
          <p:cNvSpPr/>
          <p:nvPr/>
        </p:nvSpPr>
        <p:spPr>
          <a:xfrm flipH="false" flipV="false" rot="0">
            <a:off x="-858182" y="460501"/>
            <a:ext cx="1488463" cy="1602652"/>
          </a:xfrm>
          <a:custGeom>
            <a:avLst/>
            <a:gdLst/>
            <a:ahLst/>
            <a:cxnLst/>
            <a:rect r="r" b="b" t="t" l="l"/>
            <a:pathLst>
              <a:path h="1602652" w="1488463">
                <a:moveTo>
                  <a:pt x="0" y="0"/>
                </a:moveTo>
                <a:lnTo>
                  <a:pt x="1488463" y="0"/>
                </a:lnTo>
                <a:lnTo>
                  <a:pt x="1488463" y="1602652"/>
                </a:lnTo>
                <a:lnTo>
                  <a:pt x="0" y="160265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9005086" y="-2206815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-858182" y="-2039892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99274" y="1040901"/>
            <a:ext cx="7025086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b="true" sz="9000">
                <a:solidFill>
                  <a:srgbClr val="545454"/>
                </a:solidFill>
                <a:latin typeface="DM Sans Bold"/>
                <a:ea typeface="DM Sans Bold"/>
                <a:cs typeface="DM Sans Bold"/>
                <a:sym typeface="DM Sans Bold"/>
              </a:rPr>
              <a:t>Objective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51088" y="2804551"/>
            <a:ext cx="6998061" cy="2561528"/>
            <a:chOff x="0" y="0"/>
            <a:chExt cx="2342659" cy="8574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42659" cy="857492"/>
            </a:xfrm>
            <a:custGeom>
              <a:avLst/>
              <a:gdLst/>
              <a:ahLst/>
              <a:cxnLst/>
              <a:rect r="r" b="b" t="t" l="l"/>
              <a:pathLst>
                <a:path h="85749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52400"/>
              <a:ext cx="2342659" cy="70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3999" spc="-32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Engage the student community</a:t>
              </a:r>
            </a:p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0633" y="6118458"/>
            <a:ext cx="6998061" cy="2561528"/>
            <a:chOff x="0" y="0"/>
            <a:chExt cx="2342659" cy="8574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42659" cy="857492"/>
            </a:xfrm>
            <a:custGeom>
              <a:avLst/>
              <a:gdLst/>
              <a:ahLst/>
              <a:cxnLst/>
              <a:rect r="r" b="b" t="t" l="l"/>
              <a:pathLst>
                <a:path h="85749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2342659" cy="70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3999" spc="-32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Ensure easy availability of content</a:t>
              </a:r>
            </a:p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18481" y="6118458"/>
            <a:ext cx="6998061" cy="2561528"/>
            <a:chOff x="0" y="0"/>
            <a:chExt cx="2342659" cy="8574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2659" cy="857492"/>
            </a:xfrm>
            <a:custGeom>
              <a:avLst/>
              <a:gdLst/>
              <a:ahLst/>
              <a:cxnLst/>
              <a:rect r="r" b="b" t="t" l="l"/>
              <a:pathLst>
                <a:path h="85749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52400"/>
              <a:ext cx="2342659" cy="70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3999" spc="-32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Enable smooth exchange of ideas and information</a:t>
              </a:r>
            </a:p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848571" y="9270536"/>
            <a:ext cx="3870946" cy="950141"/>
          </a:xfrm>
          <a:custGeom>
            <a:avLst/>
            <a:gdLst/>
            <a:ahLst/>
            <a:cxnLst/>
            <a:rect r="r" b="b" t="t" l="l"/>
            <a:pathLst>
              <a:path h="950141" w="3870946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216325" y="-2880785"/>
            <a:ext cx="4980952" cy="3731186"/>
          </a:xfrm>
          <a:custGeom>
            <a:avLst/>
            <a:gdLst/>
            <a:ahLst/>
            <a:cxnLst/>
            <a:rect r="r" b="b" t="t" l="l"/>
            <a:pathLst>
              <a:path h="3731186" w="4980952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3579005" y="9270536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-848571" y="-744412"/>
            <a:ext cx="2597326" cy="2796583"/>
          </a:xfrm>
          <a:custGeom>
            <a:avLst/>
            <a:gdLst/>
            <a:ahLst/>
            <a:cxnLst/>
            <a:rect r="r" b="b" t="t" l="l"/>
            <a:pathLst>
              <a:path h="2796583" w="2597326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6" id="16"/>
          <p:cNvGrpSpPr/>
          <p:nvPr/>
        </p:nvGrpSpPr>
        <p:grpSpPr>
          <a:xfrm rot="0">
            <a:off x="9318481" y="2804551"/>
            <a:ext cx="6998061" cy="2561528"/>
            <a:chOff x="0" y="0"/>
            <a:chExt cx="2342659" cy="8574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42659" cy="857492"/>
            </a:xfrm>
            <a:custGeom>
              <a:avLst/>
              <a:gdLst/>
              <a:ahLst/>
              <a:cxnLst/>
              <a:rect r="r" b="b" t="t" l="l"/>
              <a:pathLst>
                <a:path h="85749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52400"/>
              <a:ext cx="2342659" cy="70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3999" spc="-327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Provide a user-friendly interface</a:t>
              </a:r>
            </a:p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809326" y="-1793176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5533299" y="861489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8" y="0"/>
                </a:lnTo>
                <a:lnTo>
                  <a:pt x="4899948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770829" y="-2702486"/>
            <a:ext cx="4980952" cy="3731186"/>
          </a:xfrm>
          <a:custGeom>
            <a:avLst/>
            <a:gdLst/>
            <a:ahLst/>
            <a:cxnLst/>
            <a:rect r="r" b="b" t="t" l="l"/>
            <a:pathLst>
              <a:path h="3731186" w="4980952">
                <a:moveTo>
                  <a:pt x="0" y="0"/>
                </a:moveTo>
                <a:lnTo>
                  <a:pt x="4980952" y="0"/>
                </a:lnTo>
                <a:lnTo>
                  <a:pt x="4980952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8708899" y="9745607"/>
            <a:ext cx="3870946" cy="950141"/>
          </a:xfrm>
          <a:custGeom>
            <a:avLst/>
            <a:gdLst/>
            <a:ahLst/>
            <a:cxnLst/>
            <a:rect r="r" b="b" t="t" l="l"/>
            <a:pathLst>
              <a:path h="950141" w="3870946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true" rot="0">
            <a:off x="17259300" y="2218191"/>
            <a:ext cx="4980952" cy="3731186"/>
          </a:xfrm>
          <a:custGeom>
            <a:avLst/>
            <a:gdLst/>
            <a:ahLst/>
            <a:cxnLst/>
            <a:rect r="r" b="b" t="t" l="l"/>
            <a:pathLst>
              <a:path h="3731186" w="4980952">
                <a:moveTo>
                  <a:pt x="0" y="3731186"/>
                </a:moveTo>
                <a:lnTo>
                  <a:pt x="4980952" y="3731186"/>
                </a:lnTo>
                <a:lnTo>
                  <a:pt x="4980952" y="0"/>
                </a:lnTo>
                <a:lnTo>
                  <a:pt x="0" y="0"/>
                </a:lnTo>
                <a:lnTo>
                  <a:pt x="0" y="373118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17259300" y="5611394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5292"/>
            <a:ext cx="5587239" cy="1469954"/>
            <a:chOff x="0" y="0"/>
            <a:chExt cx="2065940" cy="5435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5940" cy="543531"/>
            </a:xfrm>
            <a:custGeom>
              <a:avLst/>
              <a:gdLst/>
              <a:ahLst/>
              <a:cxnLst/>
              <a:rect r="r" b="b" t="t" l="l"/>
              <a:pathLst>
                <a:path h="543531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522746"/>
                  </a:lnTo>
                  <a:cubicBezTo>
                    <a:pt x="2065940" y="534225"/>
                    <a:pt x="2056635" y="543531"/>
                    <a:pt x="2045156" y="543531"/>
                  </a:cubicBezTo>
                  <a:lnTo>
                    <a:pt x="20785" y="543531"/>
                  </a:lnTo>
                  <a:cubicBezTo>
                    <a:pt x="9306" y="543531"/>
                    <a:pt x="0" y="534225"/>
                    <a:pt x="0" y="522746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B4B4B4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065940" cy="629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Project Planning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7900054">
            <a:off x="7262184" y="2209905"/>
            <a:ext cx="1270750" cy="570682"/>
          </a:xfrm>
          <a:custGeom>
            <a:avLst/>
            <a:gdLst/>
            <a:ahLst/>
            <a:cxnLst/>
            <a:rect r="r" b="b" t="t" l="l"/>
            <a:pathLst>
              <a:path h="570682" w="1270750">
                <a:moveTo>
                  <a:pt x="0" y="0"/>
                </a:moveTo>
                <a:lnTo>
                  <a:pt x="1270749" y="0"/>
                </a:lnTo>
                <a:lnTo>
                  <a:pt x="1270749" y="570682"/>
                </a:lnTo>
                <a:lnTo>
                  <a:pt x="0" y="570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9829823" y="2138989"/>
            <a:ext cx="1197996" cy="538009"/>
          </a:xfrm>
          <a:custGeom>
            <a:avLst/>
            <a:gdLst/>
            <a:ahLst/>
            <a:cxnLst/>
            <a:rect r="r" b="b" t="t" l="l"/>
            <a:pathLst>
              <a:path h="538009" w="1197996">
                <a:moveTo>
                  <a:pt x="0" y="0"/>
                </a:moveTo>
                <a:lnTo>
                  <a:pt x="1197996" y="0"/>
                </a:lnTo>
                <a:lnTo>
                  <a:pt x="1197996" y="538009"/>
                </a:lnTo>
                <a:lnTo>
                  <a:pt x="0" y="538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209977">
            <a:off x="9858024" y="6774979"/>
            <a:ext cx="1211319" cy="543992"/>
          </a:xfrm>
          <a:custGeom>
            <a:avLst/>
            <a:gdLst/>
            <a:ahLst/>
            <a:cxnLst/>
            <a:rect r="r" b="b" t="t" l="l"/>
            <a:pathLst>
              <a:path h="543992" w="1211319">
                <a:moveTo>
                  <a:pt x="0" y="0"/>
                </a:moveTo>
                <a:lnTo>
                  <a:pt x="1211319" y="0"/>
                </a:lnTo>
                <a:lnTo>
                  <a:pt x="1211319" y="543992"/>
                </a:lnTo>
                <a:lnTo>
                  <a:pt x="0" y="543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866361">
            <a:off x="7168618" y="6938455"/>
            <a:ext cx="1232339" cy="553432"/>
          </a:xfrm>
          <a:custGeom>
            <a:avLst/>
            <a:gdLst/>
            <a:ahLst/>
            <a:cxnLst/>
            <a:rect r="r" b="b" t="t" l="l"/>
            <a:pathLst>
              <a:path h="553432" w="1232339">
                <a:moveTo>
                  <a:pt x="0" y="0"/>
                </a:moveTo>
                <a:lnTo>
                  <a:pt x="1232340" y="0"/>
                </a:lnTo>
                <a:lnTo>
                  <a:pt x="1232340" y="553432"/>
                </a:lnTo>
                <a:lnTo>
                  <a:pt x="0" y="553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171180" y="4492519"/>
            <a:ext cx="4297511" cy="91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887"/>
              </a:lnSpc>
              <a:spcBef>
                <a:spcPct val="0"/>
              </a:spcBef>
            </a:pPr>
            <a:r>
              <a:rPr lang="en-US" b="true" sz="7100">
                <a:solidFill>
                  <a:srgbClr val="545454"/>
                </a:solidFill>
                <a:latin typeface="DM Sans Bold"/>
                <a:ea typeface="DM Sans Bold"/>
                <a:cs typeface="DM Sans Bold"/>
                <a:sym typeface="DM Sans Bold"/>
              </a:rPr>
              <a:t>Milestone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3169102"/>
            <a:ext cx="5587239" cy="1469954"/>
            <a:chOff x="0" y="0"/>
            <a:chExt cx="2065940" cy="5435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65940" cy="543531"/>
            </a:xfrm>
            <a:custGeom>
              <a:avLst/>
              <a:gdLst/>
              <a:ahLst/>
              <a:cxnLst/>
              <a:rect r="r" b="b" t="t" l="l"/>
              <a:pathLst>
                <a:path h="543531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522746"/>
                  </a:lnTo>
                  <a:cubicBezTo>
                    <a:pt x="2065940" y="534225"/>
                    <a:pt x="2056635" y="543531"/>
                    <a:pt x="2045156" y="543531"/>
                  </a:cubicBezTo>
                  <a:lnTo>
                    <a:pt x="20785" y="543531"/>
                  </a:lnTo>
                  <a:cubicBezTo>
                    <a:pt x="9306" y="543531"/>
                    <a:pt x="0" y="534225"/>
                    <a:pt x="0" y="522746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B4B4B4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065940" cy="629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Documentation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5296281"/>
            <a:ext cx="5587239" cy="1469954"/>
            <a:chOff x="0" y="0"/>
            <a:chExt cx="2065940" cy="5435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65940" cy="543531"/>
            </a:xfrm>
            <a:custGeom>
              <a:avLst/>
              <a:gdLst/>
              <a:ahLst/>
              <a:cxnLst/>
              <a:rect r="r" b="b" t="t" l="l"/>
              <a:pathLst>
                <a:path h="543531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522746"/>
                  </a:lnTo>
                  <a:cubicBezTo>
                    <a:pt x="2065940" y="534225"/>
                    <a:pt x="2056635" y="543531"/>
                    <a:pt x="2045156" y="543531"/>
                  </a:cubicBezTo>
                  <a:lnTo>
                    <a:pt x="20785" y="543531"/>
                  </a:lnTo>
                  <a:cubicBezTo>
                    <a:pt x="9306" y="543531"/>
                    <a:pt x="0" y="534225"/>
                    <a:pt x="0" y="522746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B4B4B4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2065940" cy="629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UI/UX Design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7432986"/>
            <a:ext cx="5587239" cy="1469954"/>
            <a:chOff x="0" y="0"/>
            <a:chExt cx="2065940" cy="5435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65940" cy="543531"/>
            </a:xfrm>
            <a:custGeom>
              <a:avLst/>
              <a:gdLst/>
              <a:ahLst/>
              <a:cxnLst/>
              <a:rect r="r" b="b" t="t" l="l"/>
              <a:pathLst>
                <a:path h="543531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522746"/>
                  </a:lnTo>
                  <a:cubicBezTo>
                    <a:pt x="2065940" y="534225"/>
                    <a:pt x="2056635" y="543531"/>
                    <a:pt x="2045156" y="543531"/>
                  </a:cubicBezTo>
                  <a:lnTo>
                    <a:pt x="20785" y="543531"/>
                  </a:lnTo>
                  <a:cubicBezTo>
                    <a:pt x="9306" y="543531"/>
                    <a:pt x="0" y="534225"/>
                    <a:pt x="0" y="522746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B4B4B4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2065940" cy="629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Frontend Devlopment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672061" y="1028700"/>
            <a:ext cx="5587239" cy="1469954"/>
            <a:chOff x="0" y="0"/>
            <a:chExt cx="2065940" cy="5435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65940" cy="543531"/>
            </a:xfrm>
            <a:custGeom>
              <a:avLst/>
              <a:gdLst/>
              <a:ahLst/>
              <a:cxnLst/>
              <a:rect r="r" b="b" t="t" l="l"/>
              <a:pathLst>
                <a:path h="543531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522746"/>
                  </a:lnTo>
                  <a:cubicBezTo>
                    <a:pt x="2065940" y="534225"/>
                    <a:pt x="2056635" y="543531"/>
                    <a:pt x="2045156" y="543531"/>
                  </a:cubicBezTo>
                  <a:lnTo>
                    <a:pt x="20785" y="543531"/>
                  </a:lnTo>
                  <a:cubicBezTo>
                    <a:pt x="9306" y="543531"/>
                    <a:pt x="0" y="534225"/>
                    <a:pt x="0" y="522746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B4B4B4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2065940" cy="629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Backend Devlopment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672061" y="3162985"/>
            <a:ext cx="5587239" cy="1469954"/>
            <a:chOff x="0" y="0"/>
            <a:chExt cx="2065940" cy="5435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65940" cy="543531"/>
            </a:xfrm>
            <a:custGeom>
              <a:avLst/>
              <a:gdLst/>
              <a:ahLst/>
              <a:cxnLst/>
              <a:rect r="r" b="b" t="t" l="l"/>
              <a:pathLst>
                <a:path h="543531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522746"/>
                  </a:lnTo>
                  <a:cubicBezTo>
                    <a:pt x="2065940" y="534225"/>
                    <a:pt x="2056635" y="543531"/>
                    <a:pt x="2045156" y="543531"/>
                  </a:cubicBezTo>
                  <a:lnTo>
                    <a:pt x="20785" y="543531"/>
                  </a:lnTo>
                  <a:cubicBezTo>
                    <a:pt x="9306" y="543531"/>
                    <a:pt x="0" y="534225"/>
                    <a:pt x="0" y="522746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B4B4B4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2065940" cy="629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Feature Integration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672061" y="5299689"/>
            <a:ext cx="5587239" cy="1469954"/>
            <a:chOff x="0" y="0"/>
            <a:chExt cx="2065940" cy="5435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65940" cy="543531"/>
            </a:xfrm>
            <a:custGeom>
              <a:avLst/>
              <a:gdLst/>
              <a:ahLst/>
              <a:cxnLst/>
              <a:rect r="r" b="b" t="t" l="l"/>
              <a:pathLst>
                <a:path h="543531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522746"/>
                  </a:lnTo>
                  <a:cubicBezTo>
                    <a:pt x="2065940" y="534225"/>
                    <a:pt x="2056635" y="543531"/>
                    <a:pt x="2045156" y="543531"/>
                  </a:cubicBezTo>
                  <a:lnTo>
                    <a:pt x="20785" y="543531"/>
                  </a:lnTo>
                  <a:cubicBezTo>
                    <a:pt x="9306" y="543531"/>
                    <a:pt x="0" y="534225"/>
                    <a:pt x="0" y="522746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B4B4B4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2065940" cy="629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Testing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672061" y="7436394"/>
            <a:ext cx="5587239" cy="1469954"/>
            <a:chOff x="0" y="0"/>
            <a:chExt cx="2065940" cy="5435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65940" cy="543531"/>
            </a:xfrm>
            <a:custGeom>
              <a:avLst/>
              <a:gdLst/>
              <a:ahLst/>
              <a:cxnLst/>
              <a:rect r="r" b="b" t="t" l="l"/>
              <a:pathLst>
                <a:path h="543531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522746"/>
                  </a:lnTo>
                  <a:cubicBezTo>
                    <a:pt x="2065940" y="534225"/>
                    <a:pt x="2056635" y="543531"/>
                    <a:pt x="2045156" y="543531"/>
                  </a:cubicBezTo>
                  <a:lnTo>
                    <a:pt x="20785" y="543531"/>
                  </a:lnTo>
                  <a:cubicBezTo>
                    <a:pt x="9306" y="543531"/>
                    <a:pt x="0" y="534225"/>
                    <a:pt x="0" y="522746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B4B4B4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2065940" cy="629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Presentation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4747568">
            <a:off x="-3122204" y="3499832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6" y="0"/>
                </a:lnTo>
                <a:lnTo>
                  <a:pt x="4896096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7262002" y="-2845361"/>
            <a:ext cx="4980952" cy="3731186"/>
          </a:xfrm>
          <a:custGeom>
            <a:avLst/>
            <a:gdLst/>
            <a:ahLst/>
            <a:cxnLst/>
            <a:rect r="r" b="b" t="t" l="l"/>
            <a:pathLst>
              <a:path h="3731186" w="4980952">
                <a:moveTo>
                  <a:pt x="0" y="0"/>
                </a:moveTo>
                <a:lnTo>
                  <a:pt x="4980952" y="0"/>
                </a:lnTo>
                <a:lnTo>
                  <a:pt x="4980952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14653016" y="-2182767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17390517" y="8902940"/>
            <a:ext cx="1794966" cy="1932669"/>
          </a:xfrm>
          <a:custGeom>
            <a:avLst/>
            <a:gdLst/>
            <a:ahLst/>
            <a:cxnLst/>
            <a:rect r="r" b="b" t="t" l="l"/>
            <a:pathLst>
              <a:path h="1932669" w="1794966">
                <a:moveTo>
                  <a:pt x="0" y="0"/>
                </a:moveTo>
                <a:lnTo>
                  <a:pt x="1794966" y="0"/>
                </a:lnTo>
                <a:lnTo>
                  <a:pt x="1794966" y="1932669"/>
                </a:lnTo>
                <a:lnTo>
                  <a:pt x="0" y="19326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-674156" y="-2237589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3"/>
                </a:lnTo>
                <a:lnTo>
                  <a:pt x="0" y="30685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-2449974" y="874433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8" y="0"/>
                </a:lnTo>
                <a:lnTo>
                  <a:pt x="4899948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29398" y="901798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61912" y="9797935"/>
            <a:ext cx="3296956" cy="809253"/>
          </a:xfrm>
          <a:custGeom>
            <a:avLst/>
            <a:gdLst/>
            <a:ahLst/>
            <a:cxnLst/>
            <a:rect r="r" b="b" t="t" l="l"/>
            <a:pathLst>
              <a:path h="809253" w="3296956">
                <a:moveTo>
                  <a:pt x="0" y="0"/>
                </a:moveTo>
                <a:lnTo>
                  <a:pt x="3296956" y="0"/>
                </a:lnTo>
                <a:lnTo>
                  <a:pt x="3296956" y="809253"/>
                </a:lnTo>
                <a:lnTo>
                  <a:pt x="0" y="809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04582" y="-1811667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801533" y="-3053980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033237" y="-3461487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4602760" y="-2265988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7494810" y="2371030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-5282649">
            <a:off x="16596506" y="6970869"/>
            <a:ext cx="3382987" cy="1154444"/>
          </a:xfrm>
          <a:custGeom>
            <a:avLst/>
            <a:gdLst/>
            <a:ahLst/>
            <a:cxnLst/>
            <a:rect r="r" b="b" t="t" l="l"/>
            <a:pathLst>
              <a:path h="1154444" w="3382987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7259300" y="-971659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4571641" y="1028700"/>
            <a:ext cx="4282846" cy="8980929"/>
          </a:xfrm>
          <a:custGeom>
            <a:avLst/>
            <a:gdLst/>
            <a:ahLst/>
            <a:cxnLst/>
            <a:rect r="r" b="b" t="t" l="l"/>
            <a:pathLst>
              <a:path h="8980929" w="4282846">
                <a:moveTo>
                  <a:pt x="0" y="0"/>
                </a:moveTo>
                <a:lnTo>
                  <a:pt x="4282846" y="0"/>
                </a:lnTo>
                <a:lnTo>
                  <a:pt x="4282846" y="8980929"/>
                </a:lnTo>
                <a:lnTo>
                  <a:pt x="0" y="898092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5144" t="-2919" r="0" b="-2919"/>
            </a:stretch>
          </a:blipFill>
          <a:ln w="9525" cap="rnd">
            <a:solidFill>
              <a:srgbClr val="000000"/>
            </a:solidFill>
            <a:prstDash val="sysDot"/>
            <a:round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9530994" y="950732"/>
            <a:ext cx="3663015" cy="9058897"/>
          </a:xfrm>
          <a:custGeom>
            <a:avLst/>
            <a:gdLst/>
            <a:ahLst/>
            <a:cxnLst/>
            <a:rect r="r" b="b" t="t" l="l"/>
            <a:pathLst>
              <a:path h="9058897" w="3663015">
                <a:moveTo>
                  <a:pt x="0" y="0"/>
                </a:moveTo>
                <a:lnTo>
                  <a:pt x="3663014" y="0"/>
                </a:lnTo>
                <a:lnTo>
                  <a:pt x="3663014" y="9058897"/>
                </a:lnTo>
                <a:lnTo>
                  <a:pt x="0" y="905889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-2658" r="-5769" b="-2942"/>
            </a:stretch>
          </a:blipFill>
          <a:ln w="9525" cap="rnd">
            <a:solidFill>
              <a:srgbClr val="000000"/>
            </a:solidFill>
            <a:prstDash val="sysDot"/>
            <a:round/>
          </a:ln>
        </p:spPr>
      </p:sp>
      <p:sp>
        <p:nvSpPr>
          <p:cNvPr name="TextBox 14" id="14"/>
          <p:cNvSpPr txBox="true"/>
          <p:nvPr/>
        </p:nvSpPr>
        <p:spPr>
          <a:xfrm rot="0">
            <a:off x="-524293" y="1152150"/>
            <a:ext cx="5386905" cy="366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u="sng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Product backlog/User Stories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3194008" y="7067088"/>
            <a:ext cx="4698635" cy="182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u="sng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 Case Diagram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80010" y="-1721746"/>
            <a:ext cx="4787289" cy="4831209"/>
          </a:xfrm>
          <a:custGeom>
            <a:avLst/>
            <a:gdLst/>
            <a:ahLst/>
            <a:cxnLst/>
            <a:rect r="r" b="b" t="t" l="l"/>
            <a:pathLst>
              <a:path h="4831209" w="4787289">
                <a:moveTo>
                  <a:pt x="0" y="0"/>
                </a:moveTo>
                <a:lnTo>
                  <a:pt x="4787288" y="0"/>
                </a:lnTo>
                <a:lnTo>
                  <a:pt x="4787288" y="4831208"/>
                </a:lnTo>
                <a:lnTo>
                  <a:pt x="0" y="4831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274065" y="5278096"/>
            <a:ext cx="7181225" cy="5008904"/>
          </a:xfrm>
          <a:custGeom>
            <a:avLst/>
            <a:gdLst/>
            <a:ahLst/>
            <a:cxnLst/>
            <a:rect r="r" b="b" t="t" l="l"/>
            <a:pathLst>
              <a:path h="5008904" w="7181225">
                <a:moveTo>
                  <a:pt x="0" y="0"/>
                </a:moveTo>
                <a:lnTo>
                  <a:pt x="7181225" y="0"/>
                </a:lnTo>
                <a:lnTo>
                  <a:pt x="7181225" y="5008904"/>
                </a:lnTo>
                <a:lnTo>
                  <a:pt x="0" y="5008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9018" y="1087747"/>
            <a:ext cx="8751165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b="true" sz="9000">
                <a:solidFill>
                  <a:srgbClr val="545454"/>
                </a:solidFill>
                <a:latin typeface="DM Sans Bold"/>
                <a:ea typeface="DM Sans Bold"/>
                <a:cs typeface="DM Sans Bold"/>
                <a:sym typeface="DM Sans Bold"/>
              </a:rPr>
              <a:t>Lesson Learnt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89018" y="3109462"/>
            <a:ext cx="5587239" cy="1469954"/>
            <a:chOff x="0" y="0"/>
            <a:chExt cx="2065940" cy="5435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65940" cy="543531"/>
            </a:xfrm>
            <a:custGeom>
              <a:avLst/>
              <a:gdLst/>
              <a:ahLst/>
              <a:cxnLst/>
              <a:rect r="r" b="b" t="t" l="l"/>
              <a:pathLst>
                <a:path h="543531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522746"/>
                  </a:lnTo>
                  <a:cubicBezTo>
                    <a:pt x="2065940" y="534225"/>
                    <a:pt x="2056635" y="543531"/>
                    <a:pt x="2045156" y="543531"/>
                  </a:cubicBezTo>
                  <a:lnTo>
                    <a:pt x="20785" y="543531"/>
                  </a:lnTo>
                  <a:cubicBezTo>
                    <a:pt x="9306" y="543531"/>
                    <a:pt x="0" y="534225"/>
                    <a:pt x="0" y="522746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B4B4B4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065940" cy="610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Importance of Clear Requirements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5981" y="4958281"/>
            <a:ext cx="5587239" cy="1469954"/>
            <a:chOff x="0" y="0"/>
            <a:chExt cx="2065940" cy="5435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65940" cy="543531"/>
            </a:xfrm>
            <a:custGeom>
              <a:avLst/>
              <a:gdLst/>
              <a:ahLst/>
              <a:cxnLst/>
              <a:rect r="r" b="b" t="t" l="l"/>
              <a:pathLst>
                <a:path h="543531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522746"/>
                  </a:lnTo>
                  <a:cubicBezTo>
                    <a:pt x="2065940" y="534225"/>
                    <a:pt x="2056635" y="543531"/>
                    <a:pt x="2045156" y="543531"/>
                  </a:cubicBezTo>
                  <a:lnTo>
                    <a:pt x="20785" y="543531"/>
                  </a:lnTo>
                  <a:cubicBezTo>
                    <a:pt x="9306" y="543531"/>
                    <a:pt x="0" y="534225"/>
                    <a:pt x="0" y="522746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B4B4B4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065940" cy="610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Error Handling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89018" y="6809235"/>
            <a:ext cx="5587239" cy="1469954"/>
            <a:chOff x="0" y="0"/>
            <a:chExt cx="2065940" cy="5435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65940" cy="543531"/>
            </a:xfrm>
            <a:custGeom>
              <a:avLst/>
              <a:gdLst/>
              <a:ahLst/>
              <a:cxnLst/>
              <a:rect r="r" b="b" t="t" l="l"/>
              <a:pathLst>
                <a:path h="543531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522746"/>
                  </a:lnTo>
                  <a:cubicBezTo>
                    <a:pt x="2065940" y="534225"/>
                    <a:pt x="2056635" y="543531"/>
                    <a:pt x="2045156" y="543531"/>
                  </a:cubicBezTo>
                  <a:lnTo>
                    <a:pt x="20785" y="543531"/>
                  </a:lnTo>
                  <a:cubicBezTo>
                    <a:pt x="9306" y="543531"/>
                    <a:pt x="0" y="534225"/>
                    <a:pt x="0" y="522746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B4B4B4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065940" cy="610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Need for Consistent Team Collaboration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71918" y="3107327"/>
            <a:ext cx="5587239" cy="1469954"/>
            <a:chOff x="0" y="0"/>
            <a:chExt cx="2065940" cy="5435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65940" cy="543531"/>
            </a:xfrm>
            <a:custGeom>
              <a:avLst/>
              <a:gdLst/>
              <a:ahLst/>
              <a:cxnLst/>
              <a:rect r="r" b="b" t="t" l="l"/>
              <a:pathLst>
                <a:path h="543531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522746"/>
                  </a:lnTo>
                  <a:cubicBezTo>
                    <a:pt x="2065940" y="534225"/>
                    <a:pt x="2056635" y="543531"/>
                    <a:pt x="2045156" y="543531"/>
                  </a:cubicBezTo>
                  <a:lnTo>
                    <a:pt x="20785" y="543531"/>
                  </a:lnTo>
                  <a:cubicBezTo>
                    <a:pt x="9306" y="543531"/>
                    <a:pt x="0" y="534225"/>
                    <a:pt x="0" y="522746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B4B4B4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2065940" cy="619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Time Management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68881" y="4956146"/>
            <a:ext cx="5587239" cy="1469954"/>
            <a:chOff x="0" y="0"/>
            <a:chExt cx="2065940" cy="5435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65940" cy="543531"/>
            </a:xfrm>
            <a:custGeom>
              <a:avLst/>
              <a:gdLst/>
              <a:ahLst/>
              <a:cxnLst/>
              <a:rect r="r" b="b" t="t" l="l"/>
              <a:pathLst>
                <a:path h="543531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522746"/>
                  </a:lnTo>
                  <a:cubicBezTo>
                    <a:pt x="2065940" y="534225"/>
                    <a:pt x="2056635" y="543531"/>
                    <a:pt x="2045156" y="543531"/>
                  </a:cubicBezTo>
                  <a:lnTo>
                    <a:pt x="20785" y="543531"/>
                  </a:lnTo>
                  <a:cubicBezTo>
                    <a:pt x="9306" y="543531"/>
                    <a:pt x="0" y="534225"/>
                    <a:pt x="0" y="522746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B4B4B4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2065940" cy="619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Better Error Handling Improves Reliability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71918" y="6807100"/>
            <a:ext cx="5587239" cy="1469954"/>
            <a:chOff x="0" y="0"/>
            <a:chExt cx="2065940" cy="5435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65940" cy="543531"/>
            </a:xfrm>
            <a:custGeom>
              <a:avLst/>
              <a:gdLst/>
              <a:ahLst/>
              <a:cxnLst/>
              <a:rect r="r" b="b" t="t" l="l"/>
              <a:pathLst>
                <a:path h="543531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522746"/>
                  </a:lnTo>
                  <a:cubicBezTo>
                    <a:pt x="2065940" y="534225"/>
                    <a:pt x="2056635" y="543531"/>
                    <a:pt x="2045156" y="543531"/>
                  </a:cubicBezTo>
                  <a:lnTo>
                    <a:pt x="20785" y="543531"/>
                  </a:lnTo>
                  <a:cubicBezTo>
                    <a:pt x="9306" y="543531"/>
                    <a:pt x="0" y="534225"/>
                    <a:pt x="0" y="522746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B4B4B4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2065940" cy="619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Problem Solving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-2449974" y="8660189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8" y="0"/>
                </a:lnTo>
                <a:lnTo>
                  <a:pt x="4899948" y="3344215"/>
                </a:lnTo>
                <a:lnTo>
                  <a:pt x="0" y="33442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true" rot="0">
            <a:off x="-2329398" y="-2315514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3344214"/>
                </a:moveTo>
                <a:lnTo>
                  <a:pt x="4899947" y="3344214"/>
                </a:lnTo>
                <a:lnTo>
                  <a:pt x="4899947" y="0"/>
                </a:lnTo>
                <a:lnTo>
                  <a:pt x="0" y="0"/>
                </a:lnTo>
                <a:lnTo>
                  <a:pt x="0" y="33442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94934" y="2091045"/>
            <a:ext cx="6264366" cy="6104909"/>
          </a:xfrm>
          <a:custGeom>
            <a:avLst/>
            <a:gdLst/>
            <a:ahLst/>
            <a:cxnLst/>
            <a:rect r="r" b="b" t="t" l="l"/>
            <a:pathLst>
              <a:path h="6104909" w="6264366">
                <a:moveTo>
                  <a:pt x="0" y="0"/>
                </a:moveTo>
                <a:lnTo>
                  <a:pt x="6264366" y="0"/>
                </a:lnTo>
                <a:lnTo>
                  <a:pt x="6264366" y="6104910"/>
                </a:lnTo>
                <a:lnTo>
                  <a:pt x="0" y="6104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2838" y="1597650"/>
            <a:ext cx="7848753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b="true" sz="9000">
                <a:solidFill>
                  <a:srgbClr val="545454"/>
                </a:solidFill>
                <a:latin typeface="DM Sans Bold"/>
                <a:ea typeface="DM Sans Bold"/>
                <a:cs typeface="DM Sans Bold"/>
                <a:sym typeface="DM Sans Bold"/>
              </a:rPr>
              <a:t>Achivement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546389" y="8477715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896053" y="-1534296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333761" y="9354388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69" y="0"/>
                </a:lnTo>
                <a:lnTo>
                  <a:pt x="4076269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4657214" y="-1968490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2" y="0"/>
                </a:lnTo>
                <a:lnTo>
                  <a:pt x="2892762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5282649">
            <a:off x="15838942" y="131570"/>
            <a:ext cx="4017207" cy="1370872"/>
          </a:xfrm>
          <a:custGeom>
            <a:avLst/>
            <a:gdLst/>
            <a:ahLst/>
            <a:cxnLst/>
            <a:rect r="r" b="b" t="t" l="l"/>
            <a:pathLst>
              <a:path h="1370872" w="4017207">
                <a:moveTo>
                  <a:pt x="0" y="0"/>
                </a:moveTo>
                <a:lnTo>
                  <a:pt x="4017208" y="0"/>
                </a:lnTo>
                <a:lnTo>
                  <a:pt x="4017208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2966876" y="-3149314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592454" y="2981637"/>
            <a:ext cx="9507315" cy="6372750"/>
          </a:xfrm>
          <a:custGeom>
            <a:avLst/>
            <a:gdLst/>
            <a:ahLst/>
            <a:cxnLst/>
            <a:rect r="r" b="b" t="t" l="l"/>
            <a:pathLst>
              <a:path h="6372750" w="9507315">
                <a:moveTo>
                  <a:pt x="0" y="0"/>
                </a:moveTo>
                <a:lnTo>
                  <a:pt x="9507315" y="0"/>
                </a:lnTo>
                <a:lnTo>
                  <a:pt x="9507315" y="6372751"/>
                </a:lnTo>
                <a:lnTo>
                  <a:pt x="0" y="63727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47923" y="3471226"/>
            <a:ext cx="9551845" cy="5246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6709" indent="-278355" lvl="1">
              <a:lnSpc>
                <a:spcPts val="3481"/>
              </a:lnSpc>
              <a:buFont typeface="Arial"/>
              <a:buChar char="•"/>
            </a:pPr>
            <a:r>
              <a:rPr lang="en-US" sz="2578" spc="154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</a:t>
            </a:r>
            <a:r>
              <a:rPr lang="en-US" sz="2578" spc="154" u="none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roved skills in MERN Stack Development</a:t>
            </a:r>
          </a:p>
          <a:p>
            <a:pPr algn="l" marL="556709" indent="-278355" lvl="1">
              <a:lnSpc>
                <a:spcPts val="3481"/>
              </a:lnSpc>
              <a:buFont typeface="Arial"/>
              <a:buChar char="•"/>
            </a:pPr>
            <a:r>
              <a:rPr lang="en-US" sz="2578" spc="154" u="none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Successfully Integrated Frontend and Backend Features</a:t>
            </a:r>
          </a:p>
          <a:p>
            <a:pPr algn="l">
              <a:lnSpc>
                <a:spcPts val="3481"/>
              </a:lnSpc>
            </a:pPr>
          </a:p>
          <a:p>
            <a:pPr algn="l" marL="556709" indent="-278355" lvl="1">
              <a:lnSpc>
                <a:spcPts val="3481"/>
              </a:lnSpc>
              <a:buFont typeface="Arial"/>
              <a:buChar char="•"/>
            </a:pPr>
            <a:r>
              <a:rPr lang="en-US" sz="2578" spc="154" u="none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Enhanced Teamwork and Collaboration</a:t>
            </a:r>
          </a:p>
          <a:p>
            <a:pPr algn="l">
              <a:lnSpc>
                <a:spcPts val="3481"/>
              </a:lnSpc>
            </a:pPr>
          </a:p>
          <a:p>
            <a:pPr algn="l" marL="556709" indent="-278355" lvl="1">
              <a:lnSpc>
                <a:spcPts val="3481"/>
              </a:lnSpc>
              <a:buFont typeface="Arial"/>
              <a:buChar char="•"/>
            </a:pPr>
            <a:r>
              <a:rPr lang="en-US" sz="2578" spc="154" u="none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Gained Experience with GitHub &amp; Project Management Tools</a:t>
            </a:r>
          </a:p>
          <a:p>
            <a:pPr algn="l">
              <a:lnSpc>
                <a:spcPts val="3481"/>
              </a:lnSpc>
            </a:pPr>
          </a:p>
          <a:p>
            <a:pPr algn="l" marL="556709" indent="-278355" lvl="1">
              <a:lnSpc>
                <a:spcPts val="3481"/>
              </a:lnSpc>
              <a:buFont typeface="Arial"/>
              <a:buChar char="•"/>
            </a:pPr>
            <a:r>
              <a:rPr lang="en-US" sz="2578" spc="154" u="none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Learned to Plan, Track, and Execute Tasks Efficiently</a:t>
            </a:r>
          </a:p>
          <a:p>
            <a:pPr algn="l">
              <a:lnSpc>
                <a:spcPts val="3481"/>
              </a:lnSpc>
            </a:pPr>
          </a:p>
          <a:p>
            <a:pPr algn="l" marL="556709" indent="-278355" lvl="1">
              <a:lnSpc>
                <a:spcPts val="3481"/>
              </a:lnSpc>
              <a:buFont typeface="Arial"/>
              <a:buChar char="•"/>
            </a:pPr>
            <a:r>
              <a:rPr lang="en-US" sz="2578" spc="154" u="none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Strengthened Problem-Solving Through Real Project Challenges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886757" y="4409252"/>
            <a:ext cx="20061513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930165" y="4158224"/>
            <a:ext cx="502056" cy="50205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08094" y="4158224"/>
            <a:ext cx="502056" cy="5020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51489" y="4158224"/>
            <a:ext cx="502056" cy="50205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14442" y="4158224"/>
            <a:ext cx="502056" cy="50205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732501" y="2459889"/>
            <a:ext cx="8822997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730"/>
              </a:lnSpc>
              <a:spcBef>
                <a:spcPct val="0"/>
              </a:spcBef>
            </a:pPr>
            <a:r>
              <a:rPr lang="en-US" b="true" sz="9000">
                <a:solidFill>
                  <a:srgbClr val="545454"/>
                </a:solidFill>
                <a:latin typeface="DM Sans Bold"/>
                <a:ea typeface="DM Sans Bold"/>
                <a:cs typeface="DM Sans Bold"/>
                <a:sym typeface="DM Sans Bold"/>
              </a:rPr>
              <a:t>Mistake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08094" y="4860390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30165" y="4769485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51489" y="4736480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72812" y="4736480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-1573240" y="8893298"/>
            <a:ext cx="4051334" cy="2765036"/>
          </a:xfrm>
          <a:custGeom>
            <a:avLst/>
            <a:gdLst/>
            <a:ahLst/>
            <a:cxnLst/>
            <a:rect r="r" b="b" t="t" l="l"/>
            <a:pathLst>
              <a:path h="2765036" w="4051334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262955" y="886458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-674156" y="-1322787"/>
            <a:ext cx="4224468" cy="2645573"/>
          </a:xfrm>
          <a:custGeom>
            <a:avLst/>
            <a:gdLst/>
            <a:ahLst/>
            <a:cxnLst/>
            <a:rect r="r" b="b" t="t" l="l"/>
            <a:pathLst>
              <a:path h="2645573" w="4224468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1101574" y="9560661"/>
            <a:ext cx="3169280" cy="2226419"/>
          </a:xfrm>
          <a:custGeom>
            <a:avLst/>
            <a:gdLst/>
            <a:ahLst/>
            <a:cxnLst/>
            <a:rect r="r" b="b" t="t" l="l"/>
            <a:pathLst>
              <a:path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9653627" y="-3037933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-5400000">
            <a:off x="4745771" y="-1877331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2932282" y="9271808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5262955" y="-1072630"/>
            <a:ext cx="1996345" cy="2149497"/>
          </a:xfrm>
          <a:custGeom>
            <a:avLst/>
            <a:gdLst/>
            <a:ahLst/>
            <a:cxnLst/>
            <a:rect r="r" b="b" t="t" l="l"/>
            <a:pathLst>
              <a:path h="2149497" w="1996345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8" id="28"/>
          <p:cNvSpPr txBox="true"/>
          <p:nvPr/>
        </p:nvSpPr>
        <p:spPr>
          <a:xfrm rot="0">
            <a:off x="2208842" y="5958941"/>
            <a:ext cx="2197323" cy="165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Ineffective time management initially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930165" y="5772785"/>
            <a:ext cx="2197323" cy="287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Deployment challenges due to misconfigured environment variables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39764" y="5785980"/>
            <a:ext cx="2197323" cy="2469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Frontend and backend APIs were not aligned initially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065632" y="5772785"/>
            <a:ext cx="2197323" cy="165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Logical bugs in registration workflow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77144" y="340148"/>
            <a:ext cx="4208573" cy="4247184"/>
          </a:xfrm>
          <a:custGeom>
            <a:avLst/>
            <a:gdLst/>
            <a:ahLst/>
            <a:cxnLst/>
            <a:rect r="r" b="b" t="t" l="l"/>
            <a:pathLst>
              <a:path h="4247184" w="4208573">
                <a:moveTo>
                  <a:pt x="0" y="0"/>
                </a:moveTo>
                <a:lnTo>
                  <a:pt x="4208574" y="0"/>
                </a:lnTo>
                <a:lnTo>
                  <a:pt x="4208574" y="4247184"/>
                </a:lnTo>
                <a:lnTo>
                  <a:pt x="0" y="4247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626051" y="4030394"/>
            <a:ext cx="5956731" cy="6527925"/>
          </a:xfrm>
          <a:custGeom>
            <a:avLst/>
            <a:gdLst/>
            <a:ahLst/>
            <a:cxnLst/>
            <a:rect r="r" b="b" t="t" l="l"/>
            <a:pathLst>
              <a:path h="6527925" w="5956731">
                <a:moveTo>
                  <a:pt x="0" y="0"/>
                </a:moveTo>
                <a:lnTo>
                  <a:pt x="5956731" y="0"/>
                </a:lnTo>
                <a:lnTo>
                  <a:pt x="5956731" y="6527924"/>
                </a:lnTo>
                <a:lnTo>
                  <a:pt x="0" y="6527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9774" y="511868"/>
            <a:ext cx="11531495" cy="1951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6"/>
              </a:lnSpc>
            </a:pPr>
            <a:r>
              <a:rPr lang="en-US" sz="7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Rating of Your Software Artefacts(0-5)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2865613"/>
            <a:ext cx="2226213" cy="2277887"/>
            <a:chOff x="0" y="0"/>
            <a:chExt cx="812800" cy="8316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31667"/>
            </a:xfrm>
            <a:custGeom>
              <a:avLst/>
              <a:gdLst/>
              <a:ahLst/>
              <a:cxnLst/>
              <a:rect r="r" b="b" t="t" l="l"/>
              <a:pathLst>
                <a:path h="831667" w="812800">
                  <a:moveTo>
                    <a:pt x="812800" y="415833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28467"/>
                  </a:lnTo>
                  <a:lnTo>
                    <a:pt x="406400" y="628467"/>
                  </a:lnTo>
                  <a:lnTo>
                    <a:pt x="406400" y="831667"/>
                  </a:lnTo>
                  <a:lnTo>
                    <a:pt x="812800" y="415833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8925"/>
              <a:ext cx="711200" cy="33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8"/>
                </a:lnSpc>
              </a:pPr>
              <a:r>
                <a:rPr lang="en-US" sz="2400" spc="-196">
                  <a:solidFill>
                    <a:srgbClr val="54545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Design  &amp; Documentation</a:t>
              </a:r>
            </a:p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531398" y="2865613"/>
            <a:ext cx="2226213" cy="222621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04800"/>
              <a:ext cx="660400" cy="431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20"/>
                </a:lnSpc>
              </a:pPr>
              <a:r>
                <a:rPr lang="en-US" sz="6000" spc="-492">
                  <a:solidFill>
                    <a:srgbClr val="54545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3.5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531398" y="5961606"/>
            <a:ext cx="2226213" cy="222621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04800"/>
              <a:ext cx="660400" cy="431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20"/>
                </a:lnSpc>
              </a:pPr>
              <a:r>
                <a:rPr lang="en-US" sz="6000" spc="-492">
                  <a:solidFill>
                    <a:srgbClr val="54545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3.75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5961606"/>
            <a:ext cx="2226213" cy="222621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8925"/>
              <a:ext cx="711200" cy="320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8"/>
                </a:lnSpc>
              </a:pPr>
              <a:r>
                <a:rPr lang="en-US" sz="2400" spc="-196">
                  <a:solidFill>
                    <a:srgbClr val="54545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Project Managment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65521" y="2917287"/>
            <a:ext cx="2226213" cy="222621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288925"/>
              <a:ext cx="711200" cy="320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8"/>
                </a:lnSpc>
              </a:pPr>
              <a:r>
                <a:rPr lang="en-US" sz="2400" spc="-196">
                  <a:solidFill>
                    <a:srgbClr val="54545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Coding proficiency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65521" y="5961606"/>
            <a:ext cx="2226213" cy="222621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288925"/>
              <a:ext cx="711200" cy="320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8"/>
                </a:lnSpc>
              </a:pPr>
              <a:r>
                <a:rPr lang="en-US" sz="2400" spc="-196">
                  <a:solidFill>
                    <a:srgbClr val="54545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Testing and Test Cases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952803" y="2917287"/>
            <a:ext cx="2226213" cy="2226213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04800"/>
              <a:ext cx="660400" cy="431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20"/>
                </a:lnSpc>
              </a:pPr>
              <a:r>
                <a:rPr lang="en-US" sz="6000" spc="-492">
                  <a:solidFill>
                    <a:srgbClr val="54545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3.25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952803" y="5961606"/>
            <a:ext cx="2226213" cy="2226213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04800"/>
              <a:ext cx="660400" cy="431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20"/>
                </a:lnSpc>
              </a:pPr>
              <a:r>
                <a:rPr lang="en-US" sz="6000" spc="-492">
                  <a:solidFill>
                    <a:srgbClr val="54545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3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2801533" y="-3053980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282649">
            <a:off x="753178" y="3852356"/>
            <a:ext cx="7567145" cy="2582288"/>
          </a:xfrm>
          <a:custGeom>
            <a:avLst/>
            <a:gdLst/>
            <a:ahLst/>
            <a:cxnLst/>
            <a:rect r="r" b="b" t="t" l="l"/>
            <a:pathLst>
              <a:path h="2582288" w="7567145">
                <a:moveTo>
                  <a:pt x="0" y="0"/>
                </a:moveTo>
                <a:lnTo>
                  <a:pt x="7567144" y="0"/>
                </a:lnTo>
                <a:lnTo>
                  <a:pt x="7567144" y="2582288"/>
                </a:lnTo>
                <a:lnTo>
                  <a:pt x="0" y="2582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780231" y="2037564"/>
            <a:ext cx="5513037" cy="6211873"/>
          </a:xfrm>
          <a:custGeom>
            <a:avLst/>
            <a:gdLst/>
            <a:ahLst/>
            <a:cxnLst/>
            <a:rect r="r" b="b" t="t" l="l"/>
            <a:pathLst>
              <a:path h="6211873" w="5513037">
                <a:moveTo>
                  <a:pt x="0" y="0"/>
                </a:moveTo>
                <a:lnTo>
                  <a:pt x="5513038" y="0"/>
                </a:lnTo>
                <a:lnTo>
                  <a:pt x="5513038" y="6211872"/>
                </a:lnTo>
                <a:lnTo>
                  <a:pt x="0" y="6211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875831" y="2045279"/>
            <a:ext cx="7534399" cy="20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4"/>
              </a:lnSpc>
            </a:pPr>
            <a:r>
              <a:rPr lang="en-US" b="true" sz="8200">
                <a:solidFill>
                  <a:srgbClr val="5454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Overall Rating Of Your Project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0" y="5143500"/>
            <a:ext cx="6998061" cy="2721607"/>
            <a:chOff x="0" y="0"/>
            <a:chExt cx="2342659" cy="911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42659" cy="911080"/>
            </a:xfrm>
            <a:custGeom>
              <a:avLst/>
              <a:gdLst/>
              <a:ahLst/>
              <a:cxnLst/>
              <a:rect r="r" b="b" t="t" l="l"/>
              <a:pathLst>
                <a:path h="911080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94486"/>
                  </a:lnTo>
                  <a:cubicBezTo>
                    <a:pt x="2342659" y="903651"/>
                    <a:pt x="2335229" y="911080"/>
                    <a:pt x="2326064" y="911080"/>
                  </a:cubicBezTo>
                  <a:lnTo>
                    <a:pt x="16594" y="911080"/>
                  </a:lnTo>
                  <a:cubicBezTo>
                    <a:pt x="7430" y="911080"/>
                    <a:pt x="0" y="903651"/>
                    <a:pt x="0" y="894486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523875"/>
              <a:ext cx="2342659" cy="387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009"/>
                </a:lnSpc>
              </a:pPr>
              <a:r>
                <a:rPr lang="en-US" sz="12999" spc="-1065">
                  <a:solidFill>
                    <a:srgbClr val="54545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7 / 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29398" y="861489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30709" y="9258300"/>
            <a:ext cx="3059829" cy="751049"/>
          </a:xfrm>
          <a:custGeom>
            <a:avLst/>
            <a:gdLst/>
            <a:ahLst/>
            <a:cxnLst/>
            <a:rect r="r" b="b" t="t" l="l"/>
            <a:pathLst>
              <a:path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15205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686214" y="-2578193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138935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409323" y="-2700100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831481" y="-1626507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7259300" y="2262342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570549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-5282649">
            <a:off x="16440369" y="6970869"/>
            <a:ext cx="3382987" cy="1154444"/>
          </a:xfrm>
          <a:custGeom>
            <a:avLst/>
            <a:gdLst/>
            <a:ahLst/>
            <a:cxnLst/>
            <a:rect r="r" b="b" t="t" l="l"/>
            <a:pathLst>
              <a:path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6978638" y="-642644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3688802" y="3277718"/>
            <a:ext cx="10910396" cy="336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99"/>
              </a:lnSpc>
            </a:pPr>
            <a:r>
              <a:rPr lang="en-US" b="true" sz="14597">
                <a:solidFill>
                  <a:srgbClr val="545454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 very much!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DAG6D_7Fjyc</dc:identifier>
  <dcterms:modified xsi:type="dcterms:W3CDTF">2011-08-01T06:04:30Z</dcterms:modified>
  <cp:revision>1</cp:revision>
  <dc:title>Blue Doodle Project Presentation</dc:title>
</cp:coreProperties>
</file>